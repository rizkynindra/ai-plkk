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19"/>
    <p:restoredTop sz="94717"/>
  </p:normalViewPr>
  <p:slideViewPr>
    <p:cSldViewPr snapToGrid="0" snapToObjects="1">
      <p:cViewPr varScale="1">
        <p:scale>
          <a:sx n="132" d="100"/>
          <a:sy n="132" d="100"/>
        </p:scale>
        <p:origin x="640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dirty="0">
                <a:solidFill>
                  <a:srgbClr val="B8860B"/>
                </a:solidFill>
                <a:latin typeface="Calibri"/>
              </a:rPr>
              <a:t>BRIEFING INTERNAL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lang="en-US" sz="4000" b="1" dirty="0">
                <a:solidFill>
                  <a:srgbClr val="FFFFFF"/>
                </a:solidFill>
                <a:latin typeface="Calibri"/>
              </a:rPr>
              <a:t>Journey AI E-PLKK</a:t>
            </a:r>
            <a:endParaRPr sz="4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D5DEE3"/>
                </a:solidFill>
                <a:latin typeface="Calibri"/>
              </a:rPr>
              <a:t>Layanan FastAPI lokal. Menyalin baris tagihan apa adanya. Tidak memetakan ulang ke katalog IKS.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A8BEC4"/>
                </a:solidFill>
                <a:latin typeface="Calibri"/>
              </a:rPr>
              <a:t>Stack: FastAPI · Qwen3-VL 8B-instruct (Ollama) · rapidfuzz ·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KONTEKS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Untuk apa layanan 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Berkas klaim EPLKK datang sebagai Excel/PDF digital atau gabungan hasil scan (puluhan halaman).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Keuangan tetap butuh Template_Biaya: No, Item Biaya, Jumlah, Tarif, Biaya — disalin dari tagihan, bukan ditulis ulang.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Setiap cabang rumah sakit punya buku tarif / PKS sendiri. Nama item bisa cocok, beda harga, atau tidak ada.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Mengirim buku tarif atau Daftar_Biaya_IKS ke convert ditolak (422). Berkas itu masuk lewat Unggah PKS.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ekstrak klaim, simpan PKS, bandingkan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PRODUK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Tiga pekerjaan, bukan satu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35661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8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4538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A6F7F"/>
                </a:solidFill>
                <a:latin typeface="Calibri"/>
              </a:rPr>
              <a:t>KLAIM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673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1. Ekstrak klaim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039112"/>
            <a:ext cx="3200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Tabel digital dibaca dulu. Jika PDF hasil scan, Qwen3-VL membaca gambar halaman dan mengembalikan baris rincian. Keluaran: Template_Biaya plus JSON.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25880"/>
            <a:ext cx="35661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8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8848" y="14538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A6F7F"/>
                </a:solidFill>
                <a:latin typeface="Calibri"/>
              </a:rPr>
              <a:t>UNGGAH PKS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673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2. Simpan PKS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039112"/>
            <a:ext cx="3200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Baca buku tarif (lapisan teks dulu). Sunting nama RS / cabang, lalu simpan CODE + nama + tarif di SQLite per cabang.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35661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8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4538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A6F7F"/>
                </a:solidFill>
                <a:latin typeface="Calibri"/>
              </a:rPr>
              <a:t>COMPARE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673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3. Bandingkan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039112"/>
            <a:ext cx="3200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Tulisan di tagihan tidak diubah. Tandai matched, price_mismatch, unmatched, atau ambiguous terhadap katalog cabang itu.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ekstrak klaim, simpan PKS, bandingkan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EKSTRAK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Dari klaim ke Template_Biaya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A6F7F"/>
                </a:solidFill>
                <a:latin typeface="Calibri"/>
              </a:rP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28016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Calibri"/>
              </a:rPr>
              <a:t>PDF, xlsx, xls, csv, docx, atau gambar. Jenis file dari nama, atau dari byte pada API base64.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39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A6F7F"/>
                </a:solidFill>
                <a:latin typeface="Calibri"/>
              </a:rPr>
              <a:t>Tabel dulu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48839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Calibri"/>
              </a:rPr>
              <a:t>pdfplumber / openpyxl / python-docx. Tagihan digital tidak memanggil model vision.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17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A6F7F"/>
                </a:solidFill>
                <a:latin typeface="Calibri"/>
              </a:rPr>
              <a:t>Cadangan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01752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Calibri"/>
              </a:rPr>
              <a:t>Tabel kosong + PDF penuh gambar → Qwen3-VL mengklasifikasi, lalu 3 potongan tumpang-tindih pada halaman billing.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862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A6F7F"/>
                </a:solidFill>
                <a:latin typeface="Calibri"/>
              </a:rPr>
              <a:t>Bersihkan baris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88620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Calibri"/>
              </a:rPr>
              <a:t>Lewati total kuitansi dan rekap INSTALASI. Biaya Administrasi tetap diambil. Angka harus tampak di baris bukti.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54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A6F7F"/>
                </a:solidFill>
                <a:latin typeface="Calibri"/>
              </a:rPr>
              <a:t>Tulis Excel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75488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Calibri"/>
              </a:rPr>
              <a:t>Isi cangkang Template_Biaya resmi. Pratinjau hanya di memori sampai proses di-restart.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ekstrak klaim, simpan PKS, bandingkan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PKS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Cara buku tarif disimpan dan dibandingkan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Buku seperti TARIF PELNI.pdf: CODE + nama + tarif dari lapisan teks. Vision hanya jika halaman murni gambar.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Simpan per grup rumah sakit + nama cabang. Nama cabang sama = pembaruan; nama baru (Jakarta vs Malang) = katalog baru.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Compare memakai rapidfuzz token_set_ratio pada nama yang dinormalisasi (ambang 88). Bukan embedding, bukan vector database.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Nama ketemu dan tarif selisih ≤ Rp 1 atau 0,5% → matched. Nama sama, tarif beda → price_mismatch.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Nama di tagihan tidak pernah diganti ke label PKS. Unmatched wajar jika obat/tindakan beda bunyi dengan label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ekstrak klaim, simpan PKS, bandingkan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ARSITEKTUR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Apa yang jalan di mana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557784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8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40817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A6F7F"/>
                </a:solidFill>
                <a:latin typeface="Calibri"/>
              </a:rPr>
              <a:t>PYTHON 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6276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Aplikasi (CPU)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93392"/>
            <a:ext cx="52120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FastAPI + uvicorn. Ingest: PyMuPDF, pdfplumber, openpyxl, python-docx, Pillow. Pengaturan Pydantic dari .env. SQLite di data/agreements.db. Opsional systemd agar tetap hidup setelah terminal ditutup.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34924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8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1408176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A6F7F"/>
                </a:solidFill>
                <a:latin typeface="Calibri"/>
              </a:rPr>
              <a:t>OLLAMA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62763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Runtime vision (GPU)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993392"/>
            <a:ext cx="49834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Ollama di localhost:11434 menyajikan qwen3-vl:8b-instruct. Aplikasi mengirim potongan JPEG ke /api/chat dan minta baris JSON. Satu kartu 24 GB (L4 / kelas 3090) cukup pada konteks 32K.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ekstrak klaim, simpan PKS, bandingkan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Satu-satunya jaring saraf di jalur convert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B3A4B"/>
                </a:solidFill>
                <a:latin typeface="Calibri"/>
              </a:rPr>
              <a:t>Qwen3-VL 8B-instruct  —  model vision-language, dijalankan lokal lewat Ollama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Keluarga: Qwen3-VL (Alibaba). Bobot 8B instruct, bukan tag thinking qwen3-vl:8b.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Ini LLM multimodal yang sudah dilatih: token gambar + teks masuk, JSON keluar. Kami tidak melatih atau fine-tune detektor.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Tugas 1 — klasifikasi: halaman ini rincian tagihan, atau kuitansi / KTP / surat?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Tugas 2 — ekstrak: salin setiap baris biaya (nama, qty, harga satuan, jumlah baris, teks bukti).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Berkas digital melewati model ini. LLM_PROVIDER=none; LLM teks (qwen3.5 / OpenAI) tidak dipakai di convert.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Tesseract hanya cadangan OCR gambar. PDF gabungan hasil scan memakai Qwen3-VL, bukan Tesseract.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ekstrak klaim, simpan PKS, bandingkan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ALASAN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Alasan teknis, bukan slogan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A6F7F"/>
                </a:solidFill>
                <a:latin typeface="Calibri"/>
              </a:rPr>
              <a:t>Qwen3-VL 8B-instruct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2344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Membaca tabel billing berbahasa Indonesia dari foto. 8B muat di satu GPU 24 GB pada konteks 32K. Tag instruct mengembalikan JSON; tag thinking lebih lambat dan sering kosong.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8424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A6F7F"/>
                </a:solidFill>
                <a:latin typeface="Calibri"/>
              </a:rPr>
              <a:t>Ollama, bukan API VL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984248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PDF klaim berisi data tagihan pasien. Inferensi tetap di mesin L4. Antarmuka /api/chat yang sama untuk klasifikasi dan ekstrak.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34056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A6F7F"/>
                </a:solidFill>
                <a:latin typeface="Calibri"/>
              </a:rPr>
              <a:t>Tabel sebelum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734056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xlsx/pdf digital selesai dalam milidetik dan deterministik. Scan 74 halaman butuh menit, dan hanya jalan jika ekstrak teks kosong.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83863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A6F7F"/>
                </a:solidFill>
                <a:latin typeface="Calibri"/>
              </a:rPr>
              <a:t>rapidfuzz, bukan embedding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483863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Pencocokan PKS: nama item pendek vs ribuan baris katalog. Token-set ratio cukup; vector DB menambah operasi tanpa banyak manfaat.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33672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A6F7F"/>
                </a:solidFill>
                <a:latin typeface="Calibri"/>
              </a:rPr>
              <a:t>SQLite per cabang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233672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Satu berkas, tanpa layanan tambahan. Compare membaca perjanjian terbaru untuk cabang itu.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834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A6F7F"/>
                </a:solidFill>
                <a:latin typeface="Calibri"/>
              </a:rPr>
              <a:t>Tanpa CNN / YOLO sendiri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9834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Halaman bukan formulir tetap. Model VL umum plus skema JSON lebih murah dirawat daripada dataset deteksi berlabel.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ekstrak klaim, simpan PKS, bandingkan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LINGKUP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Yang bukan pekerjaan proyek 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Bukan pemeta IKS. Convert tidak pernah menulis ulang item tagihan ke Daftar_Biaya_IKS.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Bukan produk LLM hosted. Kunci OpenAI opsional dan sisa lama; convert tidak memanggilnya.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Bukan jaring vision yang dilatih sendiri. Tidak ada fine-tune, tidak ada loop pelatihan GPU.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Bukan OCR-first. Tesseract hanya cadangan.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Bukan penyimpan klaim permanen. ID pratinjau hilang saat uvicorn restart. Baris PKS di SQLite tetap 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ekstrak klaim, simpan PKS, bandingkan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ANTARMUKA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Empat layar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539496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C8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4904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Klaim  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856232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Letakkan klaim → Ekstrak baris tagihan → cek tabel → Unduh Template_Biaya.xlsx. Opsional Bandingkan dengan PKS di pratinjau yang sama.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325880"/>
            <a:ext cx="539496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C8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27648" y="14904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Unggah PKS  /agreements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1856232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Letakkan TARIF PELNI.pdf (atau xlsx). Sunting RS / cabang / kota. Simpan katalog cabang.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657600"/>
            <a:ext cx="539496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C8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3822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Data PKS  /catalog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187952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Pilih cabang, gulir CODE, nama, tarif dari buku terbaru yang tersimpan.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657600"/>
            <a:ext cx="539496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C8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27648" y="3822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Compare  /compare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187952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Pilih cabang, letakkan klaim, ekstrak dan tandai. Hitungan: cocok / beda tarif / tidak ketemu.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ekstrak klaim, simpan PKS, bandingkan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Endpoint yang dipakai klien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B646E"/>
                </a:solidFill>
                <a:latin typeface="Calibri"/>
              </a:rPr>
              <a:t>Contoh base URL: http://172.28.200.176:8000    ·    klien JSON memakai rute base64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A6F7F"/>
                </a:solidFill>
                <a:latin typeface="Calibri"/>
              </a:rPr>
              <a:t>POST /api/convert/base64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459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Berkas klaim di docBase64 → JSON baris tagihan. chId dan reqId dikembalikan.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A6F7F"/>
                </a:solidFill>
                <a:latin typeface="Calibri"/>
              </a:rPr>
              <a:t>POST /api/convert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317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Ekstrak yang sama, field multipart file. /xlsx atau ?download=true mengembalikan workbook.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175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A6F7F"/>
                </a:solidFill>
                <a:latin typeface="Calibri"/>
              </a:rPr>
              <a:t>POST /api/agreements/base64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0175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Berkas PKS di docBase64 → parse + simpan SQLite. Opsional filename, branch_name.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033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A6F7F"/>
                </a:solidFill>
                <a:latin typeface="Calibri"/>
              </a:rPr>
              <a:t>POST /api/agreements/preview/base64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7033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Body sama, tanpa tulis DB. Lalu POST draf ke /api/agreements jika perlu disunting.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891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A6F7F"/>
                </a:solidFill>
                <a:latin typeface="Calibri"/>
              </a:rPr>
              <a:t>GET /api/hospitals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3891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Daftar cabang. GET /api/hospitals/{branch_id} menambah items[].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0749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A6F7F"/>
                </a:solidFill>
                <a:latin typeface="Calibri"/>
              </a:rPr>
              <a:t>POST /api/compare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0749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JSON {branch_id, lines} dari convert. Atau {branch_id, conversion_id} dari /preview.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ekstrak klaim, simpan PKS, bandingkan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PANDUAN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1 — Convert klaim (Postman)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Calibri"/>
              </a:rPr>
              <a:t>POST http://&lt;server&gt;:8000/api/convert/base64    Header: Content-Type: application/json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{  "chId": "CH-001",  "reqId": "REQ-001",  "docBase64": "&lt;base64 satu baris&gt;"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Encode tanpa potong baris: macOS  base64 -b 0 -i klaim.pdf | pbcopy    Linux  base64 -w0 klaim.pdf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base64 bawaan menyisipkan newline tiap 76 karakter. Itu JSON tidak valid (control character) → 422 json_invalid.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Tidak ada field filename. Jenis file ditebak dari byte (%PDF, ZIP xlsx, JPEG, …).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Uji cepat: Template_Biaya_sample.xlsx → written_count 2 (BIAYA ADMINISTRASI, HOMECARE).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Scan gabungan: KL26050404910135_gabung.pdf → 74 baris, butuh GPU + Ollama, beberapa menit.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ekstrak klaim, simpan PKS, bandingkan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PANDUAN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2 — Simpan PKS, lalu bandingkan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2933"/>
                </a:solidFill>
                <a:latin typeface="Calibri"/>
              </a:rPr>
              <a:t>Jangan POST buku tarif ke /api/convert. Itu mengembalikan 422.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Simpan: POST /api/agreements/base64  dengan chId, reqId, docBase64, dan filename "TARIF PELNI.pdf". branch_name opsional.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Atau dua langkah: POST /api/agreements/preview (multipart file) → sunting JSON → POST /api/agreements.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Daftar: GET /api/hospitals  lalu  GET /api/hospitals/{branch_id}.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Compare: ambil .lines dari JSON convert, POST /api/compare  { "branch_id": 1, "lines": [...] }.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conversion_id hanya berlaku untuk POST /preview di proses yang sama. /api/convert tidak menyimpan id.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ADMINISTRASI RAWAT JALAN BARU @ 75.000 vs TARIF PELNI → matched. HOMECARE vs buku itu → unmatched.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ekstrak klaim, simpan PKS, bandingkan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A6F7F"/>
                </a:solidFill>
                <a:latin typeface="Calibri"/>
              </a:rPr>
              <a:t>OPERASI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Kode status dan cara menjalankan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2011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400  berkas kosong, atau base64 rusak / terbungkus newline sehingga JSON tidak bisa dibaca.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404  branch_id tidak ada, atau conversion_id pratinjau hilang setelah restart.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415  jenis berkas tidak didukung.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422  bukan klaim (xlsx IKS, buku TARIF di convert), tidak ada baris tagihan, atau validasi JSON FastAPI.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OLLAMA_BASE_URL di mesin GPU harus http://127.0.0.1:11434/v1 — bukan 0.0.0.0 (itu memicu 403 Host).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Calibri"/>
              </a:rPr>
              <a:t>Jalankan: uvicorn app.main:app --host 0.0.0.0 --port 8000 dari akar repositori. Atau unit systemd deploy/ai-eplkk.service.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Baku mutu uji: sampel gabungan → 74 baris rincian, Rp 23.559.342. Pytest tidak memanggil Ollama.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EPLKK — ekstrak klaim, simpan PKS, bandingkan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46E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1812</Words>
  <Application>Microsoft Macintosh PowerPoint</Application>
  <PresentationFormat>Widescreen</PresentationFormat>
  <Paragraphs>156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gderizkynindra92</cp:lastModifiedBy>
  <cp:revision>3</cp:revision>
  <dcterms:created xsi:type="dcterms:W3CDTF">2013-01-27T09:14:16Z</dcterms:created>
  <dcterms:modified xsi:type="dcterms:W3CDTF">2026-09-24T02:47:52Z</dcterms:modified>
  <cp:category/>
</cp:coreProperties>
</file>