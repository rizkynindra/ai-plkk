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8860B"/>
                </a:solidFill>
                <a:latin typeface="Calibri"/>
              </a:rPr>
              <a:t>INTERNAL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How EPLKK reads a hospital claim and checks it against a branch PKS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D5DEE3"/>
                </a:solidFill>
                <a:latin typeface="Calibri"/>
              </a:rPr>
              <a:t>Local FastAPI service. Copies billed rows as written. Does not remap them onto the IKS catalog.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A8BEC4"/>
                </a:solidFill>
                <a:latin typeface="Calibri"/>
              </a:rPr>
              <a:t>Stack: FastAPI · Qwen3-VL 8B-instruct (Ollama) · rapidfuzz ·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What the service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EPLKK claim files arrive as digital Excel/PDF or as a scanned gabungan bundle (dozens of pages).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Finance still needs Template_Biaya: No, Item Biaya, Jumlah, Tarif, Biaya — copied from the invoice, not rewritten.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Each hospital branch has its own PKS / tarif book. A billed name may match, differ in price, or not exist.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Posting a tarif book or Daftar_Biaya_IKS to convert is rejected (422). That file goes to Upload PKS.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Three jobs, not one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538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CLAIM INVOICE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1. Extract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39112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Parse tables first. If the PDF is a scan, Qwen3-VL reads page images and returns itemized rows. Output is Template_Biaya plus JSON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538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UPLOAD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2. Store PKS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039112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Read a tarif book (text layer first). Edit rumah sakit / branch, then save CODE + name + tarif in SQLite per branch.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538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3. 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039112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Keep invoice wording. Flag matched, price_mismatch, unmatched, or ambiguous against that branch catalog.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How a claim becomes Template_Biaya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PDF, xlsx, xls, csv, docx, or image. Type from the filename or from file bytes on the base64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3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Tables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4883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pdfplumber / openpyxl / python-docx. Digital invoices never call the vision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Vision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Empty table + image-heavy PDF → Qwen3-VL classify, then 3 overlapping crops on billing pages.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Clean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86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Skip kuitansi grand totals and INSTALASI rollups. Keep Biaya Administrasi. Amounts must appear in the visible row.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Write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7548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Fill the official Template_Biaya shell. Preview is held in memory until the process restarts.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PKS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How a tarif book is stored and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TARIF PELNI.pdf-style books: parse CODE + name + tarif from the text layer. Vision only if a page is image-only.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Save is per hospital group + branch name. Same branch name updates; a new name (Jakarta vs Malang) is a new catalog.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Compare uses rapidfuzz token_set_ratio on normalized names (threshold 88). Not embeddings, not a vector database.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If the name hits and tarif is within Rp 1 or 0.5%, status is matched. Same name, different tarif → price_mismatch.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Invoice names are never rewritten to the PKS label. Unmatched is common when obat/tindakan wording differs from CODE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What runs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5778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081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PYTHON 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276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Application (CPU)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52120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FastAPI + uvicorn. Ingest: PyMuPDF, pdfplumber, openpyxl, python-docx, Pillow. Pydantic settings from .env. SQLite at data/agreements.db. Optional FastAPI process via systemd so it survives a closed terminal.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49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408176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OLLAMA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6276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Vision runtime (GPU)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9339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Ollama on localhost:11434 serves qwen3-vl:8b-instruct. The app POSTs JPEG page crops to /api/chat and asks for JSON rows. One 24 GB card (L4 / 3090-class) is enough at 32K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The only neural net in the convert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Qwen3-VL 8B-instruct  —  vision-language model, served locally by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Family: Qwen3-VL (Alibaba). 8B instruct weights, not the thinking tag qwen3-vl:8b.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It is a pretrained multimodal LLM: image tokens + text in, JSON out. We did not train or fine-tune a detector.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Job 1 — classify: is this page itemized billing, or kuitansi / KTP / letter?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Job 2 — extract: copy every charge row (name, qty, unit price, line total, evidence text).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Digital files skip this model entirely. LLM_PROVIDER=none; the text LLM (qwen3.5 / OpenAI) is unused on convert.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Tesseract exists only as an image OCR fallback. Scanned gabungan PDFs use Qwen3-VL, not Tesseract.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WHY THIS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Reasons, not slogans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Qwen3-VL 8B-instruct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344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Reads Indonesian billing tables from photos. 8B fits one 24 GB GPU at 32K context. Instruct tag returns JSON; thinking tag is slower and often empty.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Ollama, not a cloud VL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84248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Claim PDFs contain patient billing. Inference stays on the L4 box. Same /api/chat interface for classify and extract.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34056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Tables before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34056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A digital xlsx/pdf is milliseconds and deterministic. A 74-page scan is minutes and only runs when text extract is empty.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3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rapidfuzz, not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83863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PKS matching is short Indonesian item names vs a few thousand catalog rows. Token-set ratio is enough; a vector DB adds ops with little gain.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3367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SQLite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3367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One file, no extra service. Latest agreement for a branch is what compare reads.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No custom CNN / YOLO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983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Pages are not a fixed form. A general VL model plus JSON schema is cheaper to maintain than a labeled detection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What this project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Not an IKS mapper. Convert never rewrites billed items onto Daftar_Biaya_IKS.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Not a hosted LLM product. OpenAI keys are optional leftovers; convert does not call them.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Not a trained in-house vision network. No fine-tune, no GPU training loop.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Not OCR-first. Tesseract is fallback only.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Not a durable claim store. Preview IDs die when uvicorn restarts. PKS rows in SQLite do persist.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Four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Claim invoice 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5623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Drop a claim → Extract billed lines → check the table → Download Template_Biaya.xlsx. Optional Compare with PKS on the same preview.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Upload PKS  /agreements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85623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Drop TARIF PELNI.pdf (or xlsx). Edit hospital / branch / city. Save branch catalog.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PKS data  /catalog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18795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Pick a branch and scroll CODE, name, tarif from the latest saved book.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Compare  /compare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18795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Pick a branch, drop a claim, extract and flag. Counts: matched / price differs / unmatched.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Endpoints you actually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B646E"/>
                </a:solidFill>
                <a:latin typeface="Calibri"/>
              </a:rPr>
              <a:t>Base URL example: http://172.28.200.176:8000    ·    JSON clients use the base64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/api/convert/base64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Claim file in docBase64 → billed lines JSON. Echoes chId, reqId.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/api/convert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Same extract, multipart field file. /xlsx or ?download=true returns the workbook.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/api/agreements/base64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175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PKS file in docBase64 → parse + save SQLite. Optional filename, branch_name.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/api/agreements/preview/base64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033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Same body, no DB write. Then POST the draft to /api/agreements if you need to edit.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GET /api/hospitals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89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Branches. GET /api/hospitals/{branch_id} adds items[].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0749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JSON {branch_id, lines} from convert. Or {branch_id, conversion_id} from /preview.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API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1 — Convert a claim (Postman)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POST http://&lt;server&gt;:8000/api/convert/base64    Header: Content-Type: application/json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{  "chId": "CH-001",  "reqId": "REQ-001",  "docBase64": "&lt;one-line base64&gt;"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Encode with no wraps: macOS  base64 -b 0 -i claim.pdf | pbcopy    Linux  base64 -w0 claim.pdf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Default base64 inserts a newline every 76 chars. That is invalid JSON (control character) → 422 json_invalid.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No filename field. Type is guessed from bytes (%PDF, xlsx ZIP, JPEG, …).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Smoke test: Template_Biaya_sample.xlsx → written_count 2 (BIAYA ADMINISTRASI, HOMECARE).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Gabungan scan: KL26050404910135_gabung.pdf → 74 rows, needs GPU + Ollama, a few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API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2 — Save PKS, then compare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2933"/>
                </a:solidFill>
                <a:latin typeface="Calibri"/>
              </a:rPr>
              <a:t>Do not POST a tarif book to /api/convert. That returns 422.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Save: POST /api/agreements/base64  with chId, reqId, docBase64, and filename "TARIF PELNI.pdf". Optional branch_name override.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Or two-step: POST /api/agreements/preview (multipart file) → edit JSON → POST /api/agreements.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List: GET /api/hospitals  then  GET /api/hospitals/{branch_id}.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Compare: take .lines from convert JSON, POST /api/compare  { "branch_id": 1, "lines": [...] }.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conversion_id only works for POST /preview in the same process. /api/convert does not store an id.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Expect matched on ADMINISTRASI RAWAT JALAN BARU @ 75.000 vs TARIF PELNI. HOMECARE vs that book is unmatched.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Status codes and how to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400  empty file or invalid / wrapped-badly base64 that still cannot parse.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404  unknown branch_id, or preview conversion_id gone after restart.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415  unsupported type.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422  not a claim (IKS xlsx, TARIF book on convert), no billed lines, or (old server) FastAPI JSON validation.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OLLAMA_BASE_URL must be http://127.0.0.1:11434/v1 on the GPU box — not 0.0.0.0 (that 403s Host checks).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Run: uvicorn app.main:app --host 0.0.0.0 --port 8000 from the repo root. Or systemd unit deploy/ai-eplkk.service.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Quality gate used in tests: gabungan sample → 74 itemized rows, Rp 23.559.342. Pytest does not call Ollama.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claim extract, PKS store, 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